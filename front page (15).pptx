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4" r:id="rId1"/>
  </p:sldMasterIdLst>
  <p:notesMasterIdLst>
    <p:notesMasterId r:id="rId3"/>
  </p:notesMasterIdLst>
  <p:sldIdLst>
    <p:sldId id="267" r:id="rId2"/>
  </p:sldIdLst>
  <p:sldSz cx="6858000" cy="9906000" type="A4"/>
  <p:notesSz cx="8229600" cy="1463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A7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3FCB41-45C9-43EE-B99C-C8862E217155}" v="40" dt="2025-12-11T17:30:52.1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26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thak Pawar" userId="42e92aec1723234f" providerId="LiveId" clId="{A61EBA42-AFB1-49D0-B363-BDE02B5A18C7}"/>
    <pc:docChg chg="undo custSel addSld delSld modSld sldOrd">
      <pc:chgData name="Sarthak Pawar" userId="42e92aec1723234f" providerId="LiveId" clId="{A61EBA42-AFB1-49D0-B363-BDE02B5A18C7}" dt="2025-12-11T17:30:51.626" v="1765"/>
      <pc:docMkLst>
        <pc:docMk/>
      </pc:docMkLst>
      <pc:sldChg chg="addSp delSp modSp new mod ord">
        <pc:chgData name="Sarthak Pawar" userId="42e92aec1723234f" providerId="LiveId" clId="{A61EBA42-AFB1-49D0-B363-BDE02B5A18C7}" dt="2025-12-11T17:30:51.626" v="1765"/>
        <pc:sldMkLst>
          <pc:docMk/>
          <pc:sldMk cId="1000530159" sldId="267"/>
        </pc:sldMkLst>
        <pc:spChg chg="add del mod">
          <ac:chgData name="Sarthak Pawar" userId="42e92aec1723234f" providerId="LiveId" clId="{A61EBA42-AFB1-49D0-B363-BDE02B5A18C7}" dt="2025-12-11T16:31:55.155" v="1390" actId="478"/>
          <ac:spMkLst>
            <pc:docMk/>
            <pc:sldMk cId="1000530159" sldId="267"/>
            <ac:spMk id="2" creationId="{FEDBD293-2176-3871-F6A4-2C9F5FD22D04}"/>
          </ac:spMkLst>
        </pc:spChg>
        <pc:spChg chg="add mod">
          <ac:chgData name="Sarthak Pawar" userId="42e92aec1723234f" providerId="LiveId" clId="{A61EBA42-AFB1-49D0-B363-BDE02B5A18C7}" dt="2025-12-11T16:52:53.169" v="1490" actId="1035"/>
          <ac:spMkLst>
            <pc:docMk/>
            <pc:sldMk cId="1000530159" sldId="267"/>
            <ac:spMk id="6" creationId="{9A2E0379-FFA2-8D00-38A7-7C9FA2CEBAF6}"/>
          </ac:spMkLst>
        </pc:spChg>
        <pc:spChg chg="add mod">
          <ac:chgData name="Sarthak Pawar" userId="42e92aec1723234f" providerId="LiveId" clId="{A61EBA42-AFB1-49D0-B363-BDE02B5A18C7}" dt="2025-12-11T16:52:59.515" v="1495" actId="1035"/>
          <ac:spMkLst>
            <pc:docMk/>
            <pc:sldMk cId="1000530159" sldId="267"/>
            <ac:spMk id="7" creationId="{FE43FFDA-DB0C-2C82-036F-47CA75CF54AA}"/>
          </ac:spMkLst>
        </pc:spChg>
        <pc:spChg chg="add del mod">
          <ac:chgData name="Sarthak Pawar" userId="42e92aec1723234f" providerId="LiveId" clId="{A61EBA42-AFB1-49D0-B363-BDE02B5A18C7}" dt="2025-12-11T16:26:59.570" v="1195"/>
          <ac:spMkLst>
            <pc:docMk/>
            <pc:sldMk cId="1000530159" sldId="267"/>
            <ac:spMk id="8" creationId="{878716EA-F75A-AA28-D60C-ACFB73A01C9D}"/>
          </ac:spMkLst>
        </pc:spChg>
        <pc:spChg chg="add del mod">
          <ac:chgData name="Sarthak Pawar" userId="42e92aec1723234f" providerId="LiveId" clId="{A61EBA42-AFB1-49D0-B363-BDE02B5A18C7}" dt="2025-12-11T16:16:33.202" v="910"/>
          <ac:spMkLst>
            <pc:docMk/>
            <pc:sldMk cId="1000530159" sldId="267"/>
            <ac:spMk id="9" creationId="{96599946-EAD8-904F-50EC-594055310E4B}"/>
          </ac:spMkLst>
        </pc:spChg>
        <pc:spChg chg="add mod">
          <ac:chgData name="Sarthak Pawar" userId="42e92aec1723234f" providerId="LiveId" clId="{A61EBA42-AFB1-49D0-B363-BDE02B5A18C7}" dt="2025-12-11T16:53:07.167" v="1501" actId="1035"/>
          <ac:spMkLst>
            <pc:docMk/>
            <pc:sldMk cId="1000530159" sldId="267"/>
            <ac:spMk id="10" creationId="{785FCCA2-09BE-8AB7-CB99-CE80F0B414EA}"/>
          </ac:spMkLst>
        </pc:spChg>
        <pc:spChg chg="add mod">
          <ac:chgData name="Sarthak Pawar" userId="42e92aec1723234f" providerId="LiveId" clId="{A61EBA42-AFB1-49D0-B363-BDE02B5A18C7}" dt="2025-12-11T16:17:11.549" v="955" actId="1037"/>
          <ac:spMkLst>
            <pc:docMk/>
            <pc:sldMk cId="1000530159" sldId="267"/>
            <ac:spMk id="11" creationId="{102597D4-8E29-6ADE-1AB8-96C5435900F6}"/>
          </ac:spMkLst>
        </pc:spChg>
        <pc:spChg chg="add mod">
          <ac:chgData name="Sarthak Pawar" userId="42e92aec1723234f" providerId="LiveId" clId="{A61EBA42-AFB1-49D0-B363-BDE02B5A18C7}" dt="2025-12-11T16:53:13.812" v="1511" actId="1035"/>
          <ac:spMkLst>
            <pc:docMk/>
            <pc:sldMk cId="1000530159" sldId="267"/>
            <ac:spMk id="12" creationId="{ECB1DF83-D97F-16D3-F72F-1932B4882C7E}"/>
          </ac:spMkLst>
        </pc:spChg>
        <pc:spChg chg="add mod">
          <ac:chgData name="Sarthak Pawar" userId="42e92aec1723234f" providerId="LiveId" clId="{A61EBA42-AFB1-49D0-B363-BDE02B5A18C7}" dt="2025-12-11T17:10:53.687" v="1678" actId="1036"/>
          <ac:spMkLst>
            <pc:docMk/>
            <pc:sldMk cId="1000530159" sldId="267"/>
            <ac:spMk id="13" creationId="{052849A6-034C-383F-5666-2B9462DE0F4A}"/>
          </ac:spMkLst>
        </pc:spChg>
        <pc:spChg chg="add mod">
          <ac:chgData name="Sarthak Pawar" userId="42e92aec1723234f" providerId="LiveId" clId="{A61EBA42-AFB1-49D0-B363-BDE02B5A18C7}" dt="2025-12-11T17:16:04.442" v="1708" actId="20577"/>
          <ac:spMkLst>
            <pc:docMk/>
            <pc:sldMk cId="1000530159" sldId="267"/>
            <ac:spMk id="14" creationId="{DDDD12E6-9700-B259-647B-24EFD85BB677}"/>
          </ac:spMkLst>
        </pc:spChg>
        <pc:spChg chg="add del mod">
          <ac:chgData name="Sarthak Pawar" userId="42e92aec1723234f" providerId="LiveId" clId="{A61EBA42-AFB1-49D0-B363-BDE02B5A18C7}" dt="2025-12-11T16:17:31.515" v="957" actId="478"/>
          <ac:spMkLst>
            <pc:docMk/>
            <pc:sldMk cId="1000530159" sldId="267"/>
            <ac:spMk id="15" creationId="{F7046F4B-4533-51DA-63E2-455407DC6D3F}"/>
          </ac:spMkLst>
        </pc:spChg>
        <pc:spChg chg="add mod">
          <ac:chgData name="Sarthak Pawar" userId="42e92aec1723234f" providerId="LiveId" clId="{A61EBA42-AFB1-49D0-B363-BDE02B5A18C7}" dt="2025-12-11T17:00:55.306" v="1611" actId="1038"/>
          <ac:spMkLst>
            <pc:docMk/>
            <pc:sldMk cId="1000530159" sldId="267"/>
            <ac:spMk id="16" creationId="{3324B5CC-A76A-87CE-83B8-E056997DA57E}"/>
          </ac:spMkLst>
        </pc:spChg>
        <pc:spChg chg="add del mod">
          <ac:chgData name="Sarthak Pawar" userId="42e92aec1723234f" providerId="LiveId" clId="{A61EBA42-AFB1-49D0-B363-BDE02B5A18C7}" dt="2025-12-11T16:17:34.914" v="958" actId="478"/>
          <ac:spMkLst>
            <pc:docMk/>
            <pc:sldMk cId="1000530159" sldId="267"/>
            <ac:spMk id="17" creationId="{DEF4178A-E840-6A04-7E1F-8087828CF76E}"/>
          </ac:spMkLst>
        </pc:spChg>
        <pc:spChg chg="add mod">
          <ac:chgData name="Sarthak Pawar" userId="42e92aec1723234f" providerId="LiveId" clId="{A61EBA42-AFB1-49D0-B363-BDE02B5A18C7}" dt="2025-12-11T16:52:47.775" v="1487" actId="1035"/>
          <ac:spMkLst>
            <pc:docMk/>
            <pc:sldMk cId="1000530159" sldId="267"/>
            <ac:spMk id="19" creationId="{1119DC9D-23CF-1A48-4A37-34038ACDD133}"/>
          </ac:spMkLst>
        </pc:spChg>
        <pc:spChg chg="add del mod">
          <ac:chgData name="Sarthak Pawar" userId="42e92aec1723234f" providerId="LiveId" clId="{A61EBA42-AFB1-49D0-B363-BDE02B5A18C7}" dt="2025-12-11T16:31:35.206" v="1385" actId="478"/>
          <ac:spMkLst>
            <pc:docMk/>
            <pc:sldMk cId="1000530159" sldId="267"/>
            <ac:spMk id="20" creationId="{AE9EDA71-A0F5-E846-8021-0B4BF16B8195}"/>
          </ac:spMkLst>
        </pc:spChg>
        <pc:spChg chg="add del mod">
          <ac:chgData name="Sarthak Pawar" userId="42e92aec1723234f" providerId="LiveId" clId="{A61EBA42-AFB1-49D0-B363-BDE02B5A18C7}" dt="2025-12-11T16:31:45.415" v="1387" actId="478"/>
          <ac:spMkLst>
            <pc:docMk/>
            <pc:sldMk cId="1000530159" sldId="267"/>
            <ac:spMk id="22" creationId="{4F86EF3B-6631-45C9-B9AC-1E47F63E083F}"/>
          </ac:spMkLst>
        </pc:spChg>
        <pc:spChg chg="add del mod">
          <ac:chgData name="Sarthak Pawar" userId="42e92aec1723234f" providerId="LiveId" clId="{A61EBA42-AFB1-49D0-B363-BDE02B5A18C7}" dt="2025-12-11T16:31:42.094" v="1386" actId="478"/>
          <ac:spMkLst>
            <pc:docMk/>
            <pc:sldMk cId="1000530159" sldId="267"/>
            <ac:spMk id="24" creationId="{15F2AE55-CEA5-2C76-984A-1384519564DF}"/>
          </ac:spMkLst>
        </pc:spChg>
        <pc:spChg chg="add del mod">
          <ac:chgData name="Sarthak Pawar" userId="42e92aec1723234f" providerId="LiveId" clId="{A61EBA42-AFB1-49D0-B363-BDE02B5A18C7}" dt="2025-12-11T16:31:48.104" v="1388" actId="478"/>
          <ac:spMkLst>
            <pc:docMk/>
            <pc:sldMk cId="1000530159" sldId="267"/>
            <ac:spMk id="26" creationId="{9FD30D40-492F-B792-18AE-0C75FDC31AF9}"/>
          </ac:spMkLst>
        </pc:spChg>
        <pc:spChg chg="add mod">
          <ac:chgData name="Sarthak Pawar" userId="42e92aec1723234f" providerId="LiveId" clId="{A61EBA42-AFB1-49D0-B363-BDE02B5A18C7}" dt="2025-12-11T17:03:42.909" v="1636" actId="14100"/>
          <ac:spMkLst>
            <pc:docMk/>
            <pc:sldMk cId="1000530159" sldId="267"/>
            <ac:spMk id="27" creationId="{561468AC-0657-DDE8-E187-66A527228C6C}"/>
          </ac:spMkLst>
        </pc:spChg>
        <pc:spChg chg="add del mod">
          <ac:chgData name="Sarthak Pawar" userId="42e92aec1723234f" providerId="LiveId" clId="{A61EBA42-AFB1-49D0-B363-BDE02B5A18C7}" dt="2025-12-11T16:31:52.390" v="1389" actId="478"/>
          <ac:spMkLst>
            <pc:docMk/>
            <pc:sldMk cId="1000530159" sldId="267"/>
            <ac:spMk id="28" creationId="{544A9F64-BADE-256A-DBBF-CC6FCA63CE1C}"/>
          </ac:spMkLst>
        </pc:spChg>
        <pc:spChg chg="add mod">
          <ac:chgData name="Sarthak Pawar" userId="42e92aec1723234f" providerId="LiveId" clId="{A61EBA42-AFB1-49D0-B363-BDE02B5A18C7}" dt="2025-12-11T17:10:34.885" v="1671" actId="1035"/>
          <ac:spMkLst>
            <pc:docMk/>
            <pc:sldMk cId="1000530159" sldId="267"/>
            <ac:spMk id="29" creationId="{B7D7DF5D-B7AB-CD17-5102-925993F2CF56}"/>
          </ac:spMkLst>
        </pc:spChg>
        <pc:spChg chg="add mod">
          <ac:chgData name="Sarthak Pawar" userId="42e92aec1723234f" providerId="LiveId" clId="{A61EBA42-AFB1-49D0-B363-BDE02B5A18C7}" dt="2025-12-11T17:19:38.095" v="1722" actId="1035"/>
          <ac:spMkLst>
            <pc:docMk/>
            <pc:sldMk cId="1000530159" sldId="267"/>
            <ac:spMk id="30" creationId="{BDBF7F01-237D-9213-BD78-F260C37A8783}"/>
          </ac:spMkLst>
        </pc:spChg>
        <pc:spChg chg="add mod">
          <ac:chgData name="Sarthak Pawar" userId="42e92aec1723234f" providerId="LiveId" clId="{A61EBA42-AFB1-49D0-B363-BDE02B5A18C7}" dt="2025-12-11T17:30:51.626" v="1765"/>
          <ac:spMkLst>
            <pc:docMk/>
            <pc:sldMk cId="1000530159" sldId="267"/>
            <ac:spMk id="33" creationId="{A990C40F-BE70-5BF6-007D-B9A883E4BB00}"/>
          </ac:spMkLst>
        </pc:spChg>
        <pc:picChg chg="add del mod">
          <ac:chgData name="Sarthak Pawar" userId="42e92aec1723234f" providerId="LiveId" clId="{A61EBA42-AFB1-49D0-B363-BDE02B5A18C7}" dt="2025-12-11T16:31:58.449" v="1391" actId="478"/>
          <ac:picMkLst>
            <pc:docMk/>
            <pc:sldMk cId="1000530159" sldId="267"/>
            <ac:picMk id="3" creationId="{2C3FF08E-14E5-8B5F-8182-3FBB5C3BA687}"/>
          </ac:picMkLst>
        </pc:picChg>
        <pc:picChg chg="add mod">
          <ac:chgData name="Sarthak Pawar" userId="42e92aec1723234f" providerId="LiveId" clId="{A61EBA42-AFB1-49D0-B363-BDE02B5A18C7}" dt="2025-12-11T16:52:31.771" v="1478" actId="14100"/>
          <ac:picMkLst>
            <pc:docMk/>
            <pc:sldMk cId="1000530159" sldId="267"/>
            <ac:picMk id="4" creationId="{8B2A3BDB-E244-B4B4-B2A9-5753F9DEA5F0}"/>
          </ac:picMkLst>
        </pc:picChg>
        <pc:picChg chg="add del mod">
          <ac:chgData name="Sarthak Pawar" userId="42e92aec1723234f" providerId="LiveId" clId="{A61EBA42-AFB1-49D0-B363-BDE02B5A18C7}" dt="2025-12-11T16:52:42.125" v="1479" actId="14100"/>
          <ac:picMkLst>
            <pc:docMk/>
            <pc:sldMk cId="1000530159" sldId="267"/>
            <ac:picMk id="5" creationId="{161014CA-A9FD-BFF2-F0F2-A5D7E97C56FE}"/>
          </ac:picMkLst>
        </pc:picChg>
        <pc:picChg chg="add mod">
          <ac:chgData name="Sarthak Pawar" userId="42e92aec1723234f" providerId="LiveId" clId="{A61EBA42-AFB1-49D0-B363-BDE02B5A18C7}" dt="2025-12-11T17:01:02.313" v="1629" actId="1037"/>
          <ac:picMkLst>
            <pc:docMk/>
            <pc:sldMk cId="1000530159" sldId="267"/>
            <ac:picMk id="21" creationId="{6FE9232E-E4CD-7294-3E1E-E78C13BE2629}"/>
          </ac:picMkLst>
        </pc:picChg>
        <pc:picChg chg="add del mod">
          <ac:chgData name="Sarthak Pawar" userId="42e92aec1723234f" providerId="LiveId" clId="{A61EBA42-AFB1-49D0-B363-BDE02B5A18C7}" dt="2025-12-11T17:00:09.218" v="1601" actId="478"/>
          <ac:picMkLst>
            <pc:docMk/>
            <pc:sldMk cId="1000530159" sldId="267"/>
            <ac:picMk id="25" creationId="{CCDCB6CD-0079-2134-C3A1-840F158EE585}"/>
          </ac:picMkLst>
        </pc:picChg>
        <pc:picChg chg="add mod">
          <ac:chgData name="Sarthak Pawar" userId="42e92aec1723234f" providerId="LiveId" clId="{A61EBA42-AFB1-49D0-B363-BDE02B5A18C7}" dt="2025-12-11T17:20:52.415" v="1762" actId="1037"/>
          <ac:picMkLst>
            <pc:docMk/>
            <pc:sldMk cId="1000530159" sldId="267"/>
            <ac:picMk id="32" creationId="{53903115-F38A-CC68-2D25-F98DD453F9AC}"/>
          </ac:picMkLst>
        </pc:picChg>
      </pc:sldChg>
      <pc:sldChg chg="new del">
        <pc:chgData name="Sarthak Pawar" userId="42e92aec1723234f" providerId="LiveId" clId="{A61EBA42-AFB1-49D0-B363-BDE02B5A18C7}" dt="2025-12-11T16:07:11.245" v="641" actId="47"/>
        <pc:sldMkLst>
          <pc:docMk/>
          <pc:sldMk cId="2839940640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534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70530" rtl="0" eaLnBrk="1" latinLnBrk="0" hangingPunct="1">
      <a:defRPr sz="880" kern="1200">
        <a:solidFill>
          <a:schemeClr val="tx1"/>
        </a:solidFill>
        <a:latin typeface="+mn-lt"/>
        <a:ea typeface="+mn-ea"/>
        <a:cs typeface="+mn-cs"/>
      </a:defRPr>
    </a:lvl1pPr>
    <a:lvl2pPr marL="335265" algn="l" defTabSz="670530" rtl="0" eaLnBrk="1" latinLnBrk="0" hangingPunct="1">
      <a:defRPr sz="880" kern="1200">
        <a:solidFill>
          <a:schemeClr val="tx1"/>
        </a:solidFill>
        <a:latin typeface="+mn-lt"/>
        <a:ea typeface="+mn-ea"/>
        <a:cs typeface="+mn-cs"/>
      </a:defRPr>
    </a:lvl2pPr>
    <a:lvl3pPr marL="670530" algn="l" defTabSz="670530" rtl="0" eaLnBrk="1" latinLnBrk="0" hangingPunct="1">
      <a:defRPr sz="880" kern="1200">
        <a:solidFill>
          <a:schemeClr val="tx1"/>
        </a:solidFill>
        <a:latin typeface="+mn-lt"/>
        <a:ea typeface="+mn-ea"/>
        <a:cs typeface="+mn-cs"/>
      </a:defRPr>
    </a:lvl3pPr>
    <a:lvl4pPr marL="1005794" algn="l" defTabSz="670530" rtl="0" eaLnBrk="1" latinLnBrk="0" hangingPunct="1">
      <a:defRPr sz="880" kern="1200">
        <a:solidFill>
          <a:schemeClr val="tx1"/>
        </a:solidFill>
        <a:latin typeface="+mn-lt"/>
        <a:ea typeface="+mn-ea"/>
        <a:cs typeface="+mn-cs"/>
      </a:defRPr>
    </a:lvl4pPr>
    <a:lvl5pPr marL="1341059" algn="l" defTabSz="670530" rtl="0" eaLnBrk="1" latinLnBrk="0" hangingPunct="1">
      <a:defRPr sz="880" kern="1200">
        <a:solidFill>
          <a:schemeClr val="tx1"/>
        </a:solidFill>
        <a:latin typeface="+mn-lt"/>
        <a:ea typeface="+mn-ea"/>
        <a:cs typeface="+mn-cs"/>
      </a:defRPr>
    </a:lvl5pPr>
    <a:lvl6pPr marL="1676324" algn="l" defTabSz="670530" rtl="0" eaLnBrk="1" latinLnBrk="0" hangingPunct="1">
      <a:defRPr sz="880" kern="1200">
        <a:solidFill>
          <a:schemeClr val="tx1"/>
        </a:solidFill>
        <a:latin typeface="+mn-lt"/>
        <a:ea typeface="+mn-ea"/>
        <a:cs typeface="+mn-cs"/>
      </a:defRPr>
    </a:lvl6pPr>
    <a:lvl7pPr marL="2011589" algn="l" defTabSz="670530" rtl="0" eaLnBrk="1" latinLnBrk="0" hangingPunct="1">
      <a:defRPr sz="880" kern="1200">
        <a:solidFill>
          <a:schemeClr val="tx1"/>
        </a:solidFill>
        <a:latin typeface="+mn-lt"/>
        <a:ea typeface="+mn-ea"/>
        <a:cs typeface="+mn-cs"/>
      </a:defRPr>
    </a:lvl7pPr>
    <a:lvl8pPr marL="2346853" algn="l" defTabSz="670530" rtl="0" eaLnBrk="1" latinLnBrk="0" hangingPunct="1">
      <a:defRPr sz="880" kern="1200">
        <a:solidFill>
          <a:schemeClr val="tx1"/>
        </a:solidFill>
        <a:latin typeface="+mn-lt"/>
        <a:ea typeface="+mn-ea"/>
        <a:cs typeface="+mn-cs"/>
      </a:defRPr>
    </a:lvl8pPr>
    <a:lvl9pPr marL="2682118" algn="l" defTabSz="670530" rtl="0" eaLnBrk="1" latinLnBrk="0" hangingPunct="1">
      <a:defRPr sz="8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Sarthak Santosh Pawar.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24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Sarthak Santosh Pawar.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039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Sarthak Santosh Pawar.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08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Sarthak Santosh Pawar.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352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Sarthak Santosh Pawar.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561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Sarthak Santosh Pawar.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106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Sarthak Santosh Pawar.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155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Sarthak Santosh Pawar.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041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Sarthak Santosh Pawar.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601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Sarthak Santosh Pawar.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814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Sarthak Santosh Pawar.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811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4250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2025 Sarthak Santosh Pawar.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152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">
            <a:extLst>
              <a:ext uri="{FF2B5EF4-FFF2-40B4-BE49-F238E27FC236}">
                <a16:creationId xmlns:a16="http://schemas.microsoft.com/office/drawing/2014/main" id="{8B2A3BDB-E244-B4B4-B2A9-5753F9DEA5F0}"/>
              </a:ext>
            </a:extLst>
          </p:cNvPr>
          <p:cNvPicPr/>
          <p:nvPr/>
        </p:nvPicPr>
        <p:blipFill>
          <a:blip r:embed="rId2" cstate="print"/>
          <a:srcRect/>
          <a:stretch/>
        </p:blipFill>
        <p:spPr>
          <a:xfrm>
            <a:off x="7978" y="15333"/>
            <a:ext cx="1288758" cy="1438495"/>
          </a:xfrm>
          <a:prstGeom prst="rect">
            <a:avLst/>
          </a:prstGeom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161014CA-A9FD-BFF2-F0F2-A5D7E97C56FE}"/>
              </a:ext>
            </a:extLst>
          </p:cNvPr>
          <p:cNvPicPr>
            <a:picLocks/>
          </p:cNvPicPr>
          <p:nvPr/>
        </p:nvPicPr>
        <p:blipFill>
          <a:blip r:embed="rId3" cstate="print"/>
          <a:srcRect/>
          <a:stretch/>
        </p:blipFill>
        <p:spPr>
          <a:xfrm>
            <a:off x="5861115" y="28781"/>
            <a:ext cx="875861" cy="11949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2597D4-8E29-6ADE-1AB8-96C5435900F6}"/>
              </a:ext>
            </a:extLst>
          </p:cNvPr>
          <p:cNvSpPr txBox="1"/>
          <p:nvPr/>
        </p:nvSpPr>
        <p:spPr>
          <a:xfrm>
            <a:off x="1296735" y="168460"/>
            <a:ext cx="47383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ZEAL COLLEGE OF ENGINEERING AND </a:t>
            </a:r>
            <a:r>
              <a:rPr lang="en-US" sz="1600" b="1" spc="-4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RESEARCH</a:t>
            </a:r>
            <a:endParaRPr lang="en-IN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19DC9D-23CF-1A48-4A37-34038ACDD133}"/>
              </a:ext>
            </a:extLst>
          </p:cNvPr>
          <p:cNvSpPr txBox="1"/>
          <p:nvPr/>
        </p:nvSpPr>
        <p:spPr>
          <a:xfrm>
            <a:off x="376995" y="497573"/>
            <a:ext cx="6857521" cy="671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77" marR="566901" algn="ctr">
              <a:lnSpc>
                <a:spcPct val="107000"/>
              </a:lnSpc>
              <a:spcBef>
                <a:spcPts val="716"/>
              </a:spcBef>
              <a:spcAft>
                <a:spcPts val="305"/>
              </a:spcAft>
            </a:pPr>
            <a:r>
              <a:rPr lang="en-US" sz="1400" b="1" spc="-4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DEPARTMENT OF ARTIFICIAL INTELLIGENCE AND </a:t>
            </a:r>
          </a:p>
          <a:p>
            <a:pPr marL="2177" marR="566901" algn="ctr">
              <a:lnSpc>
                <a:spcPct val="107000"/>
              </a:lnSpc>
              <a:spcBef>
                <a:spcPts val="716"/>
              </a:spcBef>
              <a:spcAft>
                <a:spcPts val="305"/>
              </a:spcAft>
            </a:pPr>
            <a:r>
              <a:rPr lang="en-US" sz="1400" b="1" spc="-4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DATA SCIENCE ENGINEERING</a:t>
            </a:r>
            <a:endParaRPr lang="en-IN" sz="14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2E0379-FFA2-8D00-38A7-7C9FA2CEBAF6}"/>
              </a:ext>
            </a:extLst>
          </p:cNvPr>
          <p:cNvSpPr txBox="1"/>
          <p:nvPr/>
        </p:nvSpPr>
        <p:spPr>
          <a:xfrm>
            <a:off x="1978515" y="1087714"/>
            <a:ext cx="4514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Activity 5 :- Application of P.D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43FFDA-DB0C-2C82-036F-47CA75CF54AA}"/>
              </a:ext>
            </a:extLst>
          </p:cNvPr>
          <p:cNvSpPr txBox="1"/>
          <p:nvPr/>
        </p:nvSpPr>
        <p:spPr>
          <a:xfrm>
            <a:off x="55924" y="1450430"/>
            <a:ext cx="674828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CLASS: </a:t>
            </a:r>
            <a:r>
              <a:rPr lang="en-US" b="1" dirty="0"/>
              <a:t>FY.BTECH         </a:t>
            </a:r>
            <a:r>
              <a:rPr lang="en-US" b="1" dirty="0">
                <a:solidFill>
                  <a:srgbClr val="FF0000"/>
                </a:solidFill>
              </a:rPr>
              <a:t>SEMISTER: </a:t>
            </a:r>
            <a:r>
              <a:rPr lang="en-US" b="1" dirty="0"/>
              <a:t>1              </a:t>
            </a:r>
            <a:r>
              <a:rPr lang="en-US" b="1" dirty="0">
                <a:solidFill>
                  <a:srgbClr val="FF0000"/>
                </a:solidFill>
              </a:rPr>
              <a:t>ACADEMIC YEAR: </a:t>
            </a:r>
            <a:r>
              <a:rPr lang="en-US" b="1" dirty="0"/>
              <a:t>2025-26 </a:t>
            </a:r>
          </a:p>
          <a:p>
            <a:r>
              <a:rPr lang="en-US" b="1" dirty="0">
                <a:solidFill>
                  <a:srgbClr val="FF0000"/>
                </a:solidFill>
              </a:rPr>
              <a:t>DIV: </a:t>
            </a:r>
            <a:r>
              <a:rPr lang="en-US" b="1" dirty="0"/>
              <a:t>C                            </a:t>
            </a:r>
            <a:r>
              <a:rPr lang="en-US" b="1" dirty="0">
                <a:solidFill>
                  <a:srgbClr val="FF0000"/>
                </a:solidFill>
              </a:rPr>
              <a:t>ROLL NO</a:t>
            </a:r>
            <a:r>
              <a:rPr lang="en-US" dirty="0"/>
              <a:t>:</a:t>
            </a:r>
            <a:r>
              <a:rPr lang="en-US" b="1" dirty="0"/>
              <a:t>                   </a:t>
            </a:r>
            <a:r>
              <a:rPr lang="en-US" b="1" dirty="0">
                <a:solidFill>
                  <a:srgbClr val="FF0000"/>
                </a:solidFill>
              </a:rPr>
              <a:t>Subject: </a:t>
            </a:r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NAME:</a:t>
            </a:r>
            <a:endParaRPr lang="en-IN" b="1" dirty="0"/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785FCCA2-09BE-8AB7-CB99-CE80F0B414EA}"/>
              </a:ext>
            </a:extLst>
          </p:cNvPr>
          <p:cNvSpPr/>
          <p:nvPr/>
        </p:nvSpPr>
        <p:spPr>
          <a:xfrm>
            <a:off x="29030" y="2424150"/>
            <a:ext cx="6681052" cy="672353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TOPIC: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CB1DF83-D97F-16D3-F72F-1932B4882C7E}"/>
              </a:ext>
            </a:extLst>
          </p:cNvPr>
          <p:cNvSpPr/>
          <p:nvPr/>
        </p:nvSpPr>
        <p:spPr>
          <a:xfrm>
            <a:off x="2137" y="3150292"/>
            <a:ext cx="6855864" cy="67140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Introduction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endParaRPr lang="en-IN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52849A6-034C-383F-5666-2B9462DE0F4A}"/>
              </a:ext>
            </a:extLst>
          </p:cNvPr>
          <p:cNvSpPr/>
          <p:nvPr/>
        </p:nvSpPr>
        <p:spPr>
          <a:xfrm>
            <a:off x="-1" y="3915824"/>
            <a:ext cx="6858001" cy="512059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DDD12E6-9700-B259-647B-24EFD85BB677}"/>
              </a:ext>
            </a:extLst>
          </p:cNvPr>
          <p:cNvSpPr/>
          <p:nvPr/>
        </p:nvSpPr>
        <p:spPr>
          <a:xfrm>
            <a:off x="55924" y="9103658"/>
            <a:ext cx="6802076" cy="74145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BF7F01-237D-9213-BD78-F260C37A8783}"/>
              </a:ext>
            </a:extLst>
          </p:cNvPr>
          <p:cNvSpPr txBox="1"/>
          <p:nvPr/>
        </p:nvSpPr>
        <p:spPr>
          <a:xfrm>
            <a:off x="134473" y="9120849"/>
            <a:ext cx="65756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Conclusion:</a:t>
            </a:r>
            <a:br>
              <a:rPr lang="en-US" sz="1400" dirty="0"/>
            </a:br>
            <a:endParaRPr lang="en-IN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E4E881-6533-3B54-C940-88AAD8718F2E}"/>
              </a:ext>
            </a:extLst>
          </p:cNvPr>
          <p:cNvSpPr txBox="1"/>
          <p:nvPr/>
        </p:nvSpPr>
        <p:spPr>
          <a:xfrm>
            <a:off x="4798452" y="1727429"/>
            <a:ext cx="20864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Linear Algebra and Differential Calculus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00530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191</TotalTime>
  <Words>56</Words>
  <Application>Microsoft Office PowerPoint</Application>
  <PresentationFormat>A4 Paper (210x297 mm)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Arial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Sarthak Pawar</dc:creator>
  <cp:lastModifiedBy>Sarthak Pawar</cp:lastModifiedBy>
  <cp:revision>10</cp:revision>
  <dcterms:created xsi:type="dcterms:W3CDTF">2025-11-23T11:47:09Z</dcterms:created>
  <dcterms:modified xsi:type="dcterms:W3CDTF">2025-12-12T10:01:46Z</dcterms:modified>
</cp:coreProperties>
</file>